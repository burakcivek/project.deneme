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65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418FD0-F48F-4D9D-BD3E-1A20CE047D89}" type="datetimeFigureOut">
              <a:rPr lang="tr-TR" smtClean="0"/>
              <a:pPr/>
              <a:t>19.09.2014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09C5E-13A7-4B4B-A263-958839CF1A65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C09C5E-13A7-4B4B-A263-958839CF1A65}" type="slidenum">
              <a:rPr lang="tr-TR" smtClean="0"/>
              <a:pPr/>
              <a:t>4</a:t>
            </a:fld>
            <a:endParaRPr lang="tr-T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5CEAE-FDAB-4660-817E-D3336A35D7D4}" type="datetimeFigureOut">
              <a:rPr lang="tr-TR" smtClean="0"/>
              <a:pPr/>
              <a:t>19.09.2014</a:t>
            </a:fld>
            <a:endParaRPr lang="tr-TR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B979-F294-4A59-8601-465A87CB2553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5CEAE-FDAB-4660-817E-D3336A35D7D4}" type="datetimeFigureOut">
              <a:rPr lang="tr-TR" smtClean="0"/>
              <a:pPr/>
              <a:t>19.09.2014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B979-F294-4A59-8601-465A87CB2553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5CEAE-FDAB-4660-817E-D3336A35D7D4}" type="datetimeFigureOut">
              <a:rPr lang="tr-TR" smtClean="0"/>
              <a:pPr/>
              <a:t>19.09.2014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B979-F294-4A59-8601-465A87CB2553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5CEAE-FDAB-4660-817E-D3336A35D7D4}" type="datetimeFigureOut">
              <a:rPr lang="tr-TR" smtClean="0"/>
              <a:pPr/>
              <a:t>19.09.2014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B979-F294-4A59-8601-465A87CB2553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5CEAE-FDAB-4660-817E-D3336A35D7D4}" type="datetimeFigureOut">
              <a:rPr lang="tr-TR" smtClean="0"/>
              <a:pPr/>
              <a:t>19.09.2014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B979-F294-4A59-8601-465A87CB2553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5CEAE-FDAB-4660-817E-D3336A35D7D4}" type="datetimeFigureOut">
              <a:rPr lang="tr-TR" smtClean="0"/>
              <a:pPr/>
              <a:t>19.09.2014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B979-F294-4A59-8601-465A87CB2553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5CEAE-FDAB-4660-817E-D3336A35D7D4}" type="datetimeFigureOut">
              <a:rPr lang="tr-TR" smtClean="0"/>
              <a:pPr/>
              <a:t>19.09.2014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B979-F294-4A59-8601-465A87CB2553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5CEAE-FDAB-4660-817E-D3336A35D7D4}" type="datetimeFigureOut">
              <a:rPr lang="tr-TR" smtClean="0"/>
              <a:pPr/>
              <a:t>19.09.2014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B979-F294-4A59-8601-465A87CB2553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5CEAE-FDAB-4660-817E-D3336A35D7D4}" type="datetimeFigureOut">
              <a:rPr lang="tr-TR" smtClean="0"/>
              <a:pPr/>
              <a:t>19.09.2014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81EFB979-F294-4A59-8601-465A87CB2553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5CEAE-FDAB-4660-817E-D3336A35D7D4}" type="datetimeFigureOut">
              <a:rPr lang="tr-TR" smtClean="0"/>
              <a:pPr/>
              <a:t>19.09.2014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B979-F294-4A59-8601-465A87CB2553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5CEAE-FDAB-4660-817E-D3336A35D7D4}" type="datetimeFigureOut">
              <a:rPr lang="tr-TR" smtClean="0"/>
              <a:pPr/>
              <a:t>19.09.2014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B979-F294-4A59-8601-465A87CB2553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845CEAE-FDAB-4660-817E-D3336A35D7D4}" type="datetimeFigureOut">
              <a:rPr lang="tr-TR" smtClean="0"/>
              <a:pPr/>
              <a:t>19.09.2014</a:t>
            </a:fld>
            <a:endParaRPr lang="tr-TR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1EFB979-F294-4A59-8601-465A87CB2553}" type="slidenum">
              <a:rPr lang="tr-TR" smtClean="0"/>
              <a:pPr/>
              <a:t>‹#›</a:t>
            </a:fld>
            <a:endParaRPr lang="tr-TR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alper.sarikan@karel.com.tr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04088"/>
            <a:ext cx="9144000" cy="2076840"/>
          </a:xfrm>
        </p:spPr>
        <p:txBody>
          <a:bodyPr>
            <a:normAutofit fontScale="90000"/>
          </a:bodyPr>
          <a:lstStyle/>
          <a:p>
            <a:pPr algn="ctr"/>
            <a:r>
              <a:rPr lang="tr-TR" dirty="0" smtClean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BILKENT UNIVERSITY</a:t>
            </a:r>
            <a:br>
              <a:rPr lang="tr-TR" dirty="0" smtClean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tr-TR" dirty="0" smtClean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EEE 493 – INDUSTRIAL DESIGN PROJECT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924944"/>
            <a:ext cx="9144000" cy="3615680"/>
          </a:xfrm>
        </p:spPr>
        <p:txBody>
          <a:bodyPr>
            <a:normAutofit fontScale="85000" lnSpcReduction="20000"/>
          </a:bodyPr>
          <a:lstStyle/>
          <a:p>
            <a:pPr algn="ctr">
              <a:buNone/>
            </a:pPr>
            <a:r>
              <a:rPr lang="tr-TR" dirty="0" smtClean="0"/>
              <a:t>Abdülkerim Aydın</a:t>
            </a:r>
          </a:p>
          <a:p>
            <a:pPr algn="ctr">
              <a:buNone/>
            </a:pPr>
            <a:r>
              <a:rPr lang="tr-TR" dirty="0" smtClean="0"/>
              <a:t>Oğuzhan Demir</a:t>
            </a:r>
          </a:p>
          <a:p>
            <a:pPr algn="ctr">
              <a:buNone/>
            </a:pPr>
            <a:r>
              <a:rPr lang="tr-TR" dirty="0" smtClean="0"/>
              <a:t>Cüneyt Yıldız </a:t>
            </a:r>
          </a:p>
          <a:p>
            <a:pPr algn="ctr">
              <a:buNone/>
            </a:pPr>
            <a:r>
              <a:rPr lang="tr-TR" dirty="0" smtClean="0"/>
              <a:t>Burak Cevat Civek</a:t>
            </a:r>
          </a:p>
          <a:p>
            <a:pPr algn="ctr">
              <a:buNone/>
            </a:pPr>
            <a:r>
              <a:rPr lang="tr-TR" dirty="0" smtClean="0"/>
              <a:t>Ceren Uyanık</a:t>
            </a:r>
          </a:p>
          <a:p>
            <a:pPr algn="ctr">
              <a:buNone/>
            </a:pPr>
            <a:r>
              <a:rPr lang="tr-TR" dirty="0" smtClean="0"/>
              <a:t>Burak Kakillioğlu</a:t>
            </a:r>
          </a:p>
          <a:p>
            <a:pPr algn="ctr"/>
            <a:endParaRPr lang="tr-TR" dirty="0" smtClean="0"/>
          </a:p>
          <a:p>
            <a:pPr algn="ctr">
              <a:buNone/>
            </a:pPr>
            <a:r>
              <a:rPr lang="tr-TR" sz="4200" dirty="0" smtClean="0"/>
              <a:t>Presentation I</a:t>
            </a:r>
          </a:p>
          <a:p>
            <a:pPr algn="ctr"/>
            <a:endParaRPr lang="tr-TR" dirty="0" smtClean="0"/>
          </a:p>
          <a:p>
            <a:pPr algn="ctr">
              <a:buNone/>
            </a:pPr>
            <a:r>
              <a:rPr lang="tr-TR" dirty="0" smtClean="0"/>
              <a:t>19.09.2014</a:t>
            </a:r>
            <a:endParaRPr lang="tr-TR" dirty="0"/>
          </a:p>
        </p:txBody>
      </p:sp>
      <p:pic>
        <p:nvPicPr>
          <p:cNvPr id="4" name="Picture 2" descr="https://lh6.ggpht.com/gjdq9U0b0hmi8ePgX-z018Ju6AJFhYqC4c503REzx6tA-O_iWDKsbPBWDfAgSXt2M1c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708920"/>
            <a:ext cx="2857500" cy="2857500"/>
          </a:xfrm>
          <a:prstGeom prst="rect">
            <a:avLst/>
          </a:prstGeom>
          <a:noFill/>
        </p:spPr>
      </p:pic>
      <p:pic>
        <p:nvPicPr>
          <p:cNvPr id="5" name="Picture 2" descr="http://tekser.dodeweb.com/dosyalar/resim/urun/buyuk/39188-karel-0-pv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6136" y="3717032"/>
            <a:ext cx="3117759" cy="106566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	Outline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935480"/>
            <a:ext cx="8147248" cy="4389120"/>
          </a:xfrm>
        </p:spPr>
        <p:txBody>
          <a:bodyPr/>
          <a:lstStyle/>
          <a:p>
            <a:endParaRPr lang="tr-TR" dirty="0" smtClean="0"/>
          </a:p>
          <a:p>
            <a:r>
              <a:rPr lang="tr-TR" dirty="0" smtClean="0"/>
              <a:t>Introduction </a:t>
            </a:r>
          </a:p>
          <a:p>
            <a:r>
              <a:rPr lang="tr-TR" dirty="0" smtClean="0"/>
              <a:t>Project Description</a:t>
            </a:r>
          </a:p>
          <a:p>
            <a:r>
              <a:rPr lang="tr-TR" dirty="0" smtClean="0"/>
              <a:t>Project Progress</a:t>
            </a:r>
          </a:p>
          <a:p>
            <a:r>
              <a:rPr lang="tr-TR" dirty="0" smtClean="0"/>
              <a:t>Usage of the End-Product</a:t>
            </a:r>
          </a:p>
          <a:p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	Introduction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 smtClean="0"/>
              <a:t>Project Name</a:t>
            </a:r>
          </a:p>
          <a:p>
            <a:pPr lvl="1" algn="ctr">
              <a:buNone/>
            </a:pPr>
            <a:r>
              <a:rPr lang="tr-TR" sz="2800" dirty="0" smtClean="0"/>
              <a:t>Monitoring Tilt and Temperature Data For </a:t>
            </a:r>
          </a:p>
          <a:p>
            <a:pPr lvl="1" algn="ctr">
              <a:buNone/>
            </a:pPr>
            <a:r>
              <a:rPr lang="tr-TR" sz="2800" dirty="0" smtClean="0"/>
              <a:t>Structural Health Monitoring</a:t>
            </a:r>
          </a:p>
          <a:p>
            <a:r>
              <a:rPr lang="tr-TR" dirty="0" smtClean="0"/>
              <a:t>Company</a:t>
            </a:r>
          </a:p>
          <a:p>
            <a:pPr lvl="1"/>
            <a:r>
              <a:rPr lang="tr-TR" dirty="0" smtClean="0"/>
              <a:t>KAREL R&amp;D</a:t>
            </a:r>
          </a:p>
          <a:p>
            <a:r>
              <a:rPr lang="tr-TR" dirty="0" smtClean="0"/>
              <a:t>Academic Mentor</a:t>
            </a:r>
          </a:p>
          <a:p>
            <a:pPr lvl="1"/>
            <a:r>
              <a:rPr lang="tr-TR" dirty="0" smtClean="0"/>
              <a:t>Dr. Nail AKAR</a:t>
            </a:r>
          </a:p>
          <a:p>
            <a:r>
              <a:rPr lang="tr-TR" dirty="0" smtClean="0"/>
              <a:t>Company Mentor</a:t>
            </a:r>
          </a:p>
          <a:p>
            <a:pPr lvl="1"/>
            <a:r>
              <a:rPr lang="tr-TR" dirty="0" smtClean="0"/>
              <a:t>Dr. Alper SARIKAN</a:t>
            </a:r>
          </a:p>
          <a:p>
            <a:pPr lvl="2"/>
            <a:r>
              <a:rPr lang="tr-TR" dirty="0" smtClean="0"/>
              <a:t>E-mail : </a:t>
            </a:r>
            <a:r>
              <a:rPr lang="tr-TR" dirty="0" smtClean="0">
                <a:hlinkClick r:id="rId2"/>
              </a:rPr>
              <a:t>alper.sarikan@karel.com.tr</a:t>
            </a:r>
            <a:endParaRPr lang="tr-TR" dirty="0" smtClean="0"/>
          </a:p>
          <a:p>
            <a:pPr lvl="2"/>
            <a:r>
              <a:rPr lang="tr-TR" dirty="0" smtClean="0"/>
              <a:t>Phone : 0 312 265 02 90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	Project Description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2856"/>
            <a:ext cx="6707088" cy="3993307"/>
          </a:xfrm>
        </p:spPr>
        <p:txBody>
          <a:bodyPr/>
          <a:lstStyle/>
          <a:p>
            <a:r>
              <a:rPr lang="tr-TR" dirty="0" smtClean="0"/>
              <a:t>Structural Health Monitoring</a:t>
            </a:r>
          </a:p>
          <a:p>
            <a:pPr lvl="1"/>
            <a:r>
              <a:rPr lang="tr-TR" dirty="0" smtClean="0"/>
              <a:t>Controlling Tilt and Temperature Data</a:t>
            </a:r>
          </a:p>
          <a:p>
            <a:pPr lvl="1">
              <a:buNone/>
            </a:pPr>
            <a:endParaRPr lang="tr-TR" dirty="0" smtClean="0"/>
          </a:p>
          <a:p>
            <a:pPr lvl="1">
              <a:buNone/>
            </a:pPr>
            <a:endParaRPr lang="tr-TR" dirty="0" smtClean="0"/>
          </a:p>
          <a:p>
            <a:endParaRPr lang="tr-TR" dirty="0"/>
          </a:p>
        </p:txBody>
      </p:sp>
      <p:pic>
        <p:nvPicPr>
          <p:cNvPr id="1028" name="Picture 4" descr="http://www.fujitsu.com/global/Images/case-05_tcm100-91558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23728" y="3284984"/>
            <a:ext cx="4819377" cy="309634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	Project Description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tr-TR" dirty="0" smtClean="0"/>
              <a:t>Wireless Sensor Network</a:t>
            </a:r>
          </a:p>
          <a:p>
            <a:pPr lvl="2"/>
            <a:r>
              <a:rPr lang="tr-TR" dirty="0" smtClean="0"/>
              <a:t>Autonomous sensors</a:t>
            </a:r>
          </a:p>
          <a:p>
            <a:pPr lvl="2"/>
            <a:r>
              <a:rPr lang="tr-TR" dirty="0" smtClean="0"/>
              <a:t>One Sensor – One Node</a:t>
            </a:r>
          </a:p>
          <a:p>
            <a:pPr lvl="2"/>
            <a:r>
              <a:rPr lang="tr-TR" dirty="0" smtClean="0"/>
              <a:t>Gateway Sensor Node (Main Machine)</a:t>
            </a:r>
          </a:p>
          <a:p>
            <a:pPr>
              <a:buNone/>
            </a:pPr>
            <a:endParaRPr lang="tr-TR" dirty="0"/>
          </a:p>
        </p:txBody>
      </p:sp>
      <p:pic>
        <p:nvPicPr>
          <p:cNvPr id="5" name="Picture 6" descr="http://www.ni.com/cms/images/devzone/tut/Basic_Architecture_Slide_-_DevZone_siz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3573016"/>
            <a:ext cx="5086851" cy="305617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	Project Progress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Previous progress</a:t>
            </a:r>
          </a:p>
          <a:p>
            <a:pPr lvl="1"/>
            <a:r>
              <a:rPr lang="tr-TR" dirty="0" smtClean="0"/>
              <a:t>Preliminary research about the project</a:t>
            </a:r>
          </a:p>
          <a:p>
            <a:pPr lvl="1"/>
            <a:r>
              <a:rPr lang="tr-TR" dirty="0" smtClean="0"/>
              <a:t>Meeting with company mentor</a:t>
            </a:r>
          </a:p>
          <a:p>
            <a:pPr lvl="1">
              <a:buNone/>
            </a:pPr>
            <a:endParaRPr lang="tr-TR" dirty="0" smtClean="0"/>
          </a:p>
          <a:p>
            <a:r>
              <a:rPr lang="tr-TR" dirty="0" smtClean="0"/>
              <a:t>Current progress</a:t>
            </a:r>
          </a:p>
          <a:p>
            <a:pPr lvl="1"/>
            <a:r>
              <a:rPr lang="tr-TR" dirty="0" smtClean="0"/>
              <a:t>Reading articles </a:t>
            </a:r>
          </a:p>
          <a:p>
            <a:pPr lvl="1"/>
            <a:r>
              <a:rPr lang="tr-TR" dirty="0" smtClean="0"/>
              <a:t>Project plan</a:t>
            </a:r>
          </a:p>
          <a:p>
            <a:pPr lvl="1"/>
            <a:r>
              <a:rPr lang="tr-TR" dirty="0"/>
              <a:t>D</a:t>
            </a:r>
            <a:r>
              <a:rPr lang="tr-TR" dirty="0" smtClean="0"/>
              <a:t>ivision of labor</a:t>
            </a:r>
          </a:p>
          <a:p>
            <a:pPr lvl="2"/>
            <a:r>
              <a:rPr lang="tr-TR" dirty="0" smtClean="0"/>
              <a:t>System Designer, Software Designer, Electronic Designer</a:t>
            </a:r>
          </a:p>
          <a:p>
            <a:pPr>
              <a:buNone/>
            </a:pPr>
            <a:endParaRPr lang="tr-TR" dirty="0" smtClean="0"/>
          </a:p>
          <a:p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	Project Progress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Future Progress</a:t>
            </a:r>
          </a:p>
          <a:p>
            <a:pPr lvl="1"/>
            <a:r>
              <a:rPr lang="tr-TR" dirty="0" smtClean="0"/>
              <a:t>Protocol Development</a:t>
            </a:r>
          </a:p>
          <a:p>
            <a:pPr lvl="2"/>
            <a:r>
              <a:rPr lang="tr-TR" dirty="0" smtClean="0"/>
              <a:t>Header, Protection, Unique ID, Route etc.</a:t>
            </a:r>
          </a:p>
          <a:p>
            <a:pPr lvl="1"/>
            <a:r>
              <a:rPr lang="tr-TR" dirty="0" smtClean="0"/>
              <a:t>Software Simulation</a:t>
            </a:r>
          </a:p>
          <a:p>
            <a:pPr lvl="2"/>
            <a:r>
              <a:rPr lang="tr-TR" dirty="0" smtClean="0"/>
              <a:t>C++, QT Modeling Software </a:t>
            </a:r>
            <a:endParaRPr lang="tr-TR" dirty="0"/>
          </a:p>
          <a:p>
            <a:pPr lvl="1"/>
            <a:r>
              <a:rPr lang="tr-TR" dirty="0" smtClean="0"/>
              <a:t>Analysis of the Simulations</a:t>
            </a:r>
          </a:p>
          <a:p>
            <a:pPr lvl="2"/>
            <a:r>
              <a:rPr lang="tr-TR" dirty="0" smtClean="0"/>
              <a:t>Drawbacks of the protocol, corrections, route analysis</a:t>
            </a:r>
          </a:p>
          <a:p>
            <a:pPr lvl="1"/>
            <a:r>
              <a:rPr lang="tr-TR" dirty="0" smtClean="0"/>
              <a:t>Hardware Design</a:t>
            </a:r>
          </a:p>
          <a:p>
            <a:pPr lvl="2"/>
            <a:r>
              <a:rPr lang="tr-TR" dirty="0" smtClean="0"/>
              <a:t>Embedding developed protocol in boards</a:t>
            </a:r>
          </a:p>
          <a:p>
            <a:pPr lvl="1"/>
            <a:r>
              <a:rPr lang="tr-TR" dirty="0" smtClean="0">
                <a:sym typeface="Wingdings" pitchFamily="2" charset="2"/>
              </a:rPr>
              <a:t>Measuring the target real life data</a:t>
            </a:r>
            <a:endParaRPr lang="tr-TR" dirty="0" smtClean="0"/>
          </a:p>
          <a:p>
            <a:pPr lvl="1"/>
            <a:endParaRPr lang="tr-T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http://www.ttinorte.es/en/wp-content/uploads/2012/03/SMART%20topolog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3645024"/>
            <a:ext cx="4608512" cy="302612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	Usage of the End-Product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Developing technology</a:t>
            </a:r>
          </a:p>
          <a:p>
            <a:r>
              <a:rPr lang="tr-TR" dirty="0" smtClean="0"/>
              <a:t>Smart Cities/Houses</a:t>
            </a:r>
          </a:p>
          <a:p>
            <a:pPr lvl="1"/>
            <a:r>
              <a:rPr lang="tr-TR" dirty="0" smtClean="0"/>
              <a:t>Infrastructural applications</a:t>
            </a:r>
          </a:p>
          <a:p>
            <a:pPr lvl="1"/>
            <a:r>
              <a:rPr lang="tr-TR" dirty="0" smtClean="0"/>
              <a:t>Bridge, Highway, Mines etc.</a:t>
            </a:r>
          </a:p>
          <a:p>
            <a:r>
              <a:rPr lang="tr-TR" dirty="0" smtClean="0"/>
              <a:t>Healthcare Monitoring</a:t>
            </a:r>
          </a:p>
          <a:p>
            <a:pPr>
              <a:buNone/>
            </a:pPr>
            <a:endParaRPr lang="tr-TR" dirty="0" smtClean="0"/>
          </a:p>
          <a:p>
            <a:pPr>
              <a:buNone/>
            </a:pPr>
            <a:endParaRPr lang="tr-TR" dirty="0" smtClean="0"/>
          </a:p>
          <a:p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76872"/>
            <a:ext cx="9144000" cy="1143000"/>
          </a:xfrm>
        </p:spPr>
        <p:txBody>
          <a:bodyPr/>
          <a:lstStyle/>
          <a:p>
            <a:pPr algn="ctr"/>
            <a:r>
              <a:rPr lang="tr-TR" dirty="0" smtClean="0"/>
              <a:t>Thank you for listening!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152</TotalTime>
  <Words>184</Words>
  <Application>Microsoft Office PowerPoint</Application>
  <PresentationFormat>On-screen Show (4:3)</PresentationFormat>
  <Paragraphs>68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Flow</vt:lpstr>
      <vt:lpstr>BILKENT UNIVERSITY EEE 493 – INDUSTRIAL DESIGN PROJECT</vt:lpstr>
      <vt:lpstr> Outline</vt:lpstr>
      <vt:lpstr> Introduction</vt:lpstr>
      <vt:lpstr> Project Description</vt:lpstr>
      <vt:lpstr> Project Description</vt:lpstr>
      <vt:lpstr> Project Progress</vt:lpstr>
      <vt:lpstr> Project Progress</vt:lpstr>
      <vt:lpstr> Usage of the End-Product</vt:lpstr>
      <vt:lpstr>Thank you for listening!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BILKENT UNIVERSITY EEE 493 – INDUSTRIAL DESIGN PROJECT</dc:title>
  <dc:creator>Burak</dc:creator>
  <cp:lastModifiedBy>Burak</cp:lastModifiedBy>
  <cp:revision>17</cp:revision>
  <dcterms:created xsi:type="dcterms:W3CDTF">2014-09-18T15:50:50Z</dcterms:created>
  <dcterms:modified xsi:type="dcterms:W3CDTF">2014-09-19T11:31:08Z</dcterms:modified>
</cp:coreProperties>
</file>